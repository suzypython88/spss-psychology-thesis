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bin" ContentType="application/vnd.openxmlformats-officedocument.presentationml.printerSettings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-14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tableStyles" Target="tableStyles.xml"/><Relationship Id="rId3" Type="http://schemas.openxmlformats.org/officeDocument/2006/relationships/slide" Target="slides/slide2.xml"/><Relationship Id="rId6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ga-IE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ga-I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ga-IE" smtClean="0"/>
              <a:t>Click to edit Master text styles</a:t>
            </a:r>
          </a:p>
          <a:p>
            <a:pPr lvl="1"/>
            <a:r>
              <a:rPr lang="ga-IE" smtClean="0"/>
              <a:t>Second level</a:t>
            </a:r>
          </a:p>
          <a:p>
            <a:pPr lvl="2"/>
            <a:r>
              <a:rPr lang="ga-IE" smtClean="0"/>
              <a:t>Third level</a:t>
            </a:r>
          </a:p>
          <a:p>
            <a:pPr lvl="3"/>
            <a:r>
              <a:rPr lang="ga-IE" smtClean="0"/>
              <a:t>Fourth level</a:t>
            </a:r>
          </a:p>
          <a:p>
            <a:pPr lvl="4"/>
            <a:r>
              <a:rPr lang="ga-I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26757-899F-3042-999D-20E96C5A1784}" type="datetimeFigureOut">
              <a:rPr lang="en-US" smtClean="0"/>
              <a:t>9/29/10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D7A3C-DDB8-C840-A765-5DEBD7B7695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theek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sz="2600" dirty="0" smtClean="0"/>
          </a:p>
          <a:p>
            <a:endParaRPr lang="en-US" sz="2600" dirty="0" smtClean="0"/>
          </a:p>
          <a:p>
            <a:r>
              <a:rPr lang="en-US" sz="2600" dirty="0" smtClean="0"/>
              <a:t>John brought his </a:t>
            </a:r>
            <a:r>
              <a:rPr lang="en-US" sz="2600" i="1" dirty="0" err="1" smtClean="0">
                <a:solidFill>
                  <a:schemeClr val="tx1"/>
                </a:solidFill>
              </a:rPr>
              <a:t>theek</a:t>
            </a:r>
            <a:r>
              <a:rPr lang="en-US" sz="2600" dirty="0" smtClean="0"/>
              <a:t> to the dry cleaners.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catechy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sz="2600" dirty="0" smtClean="0"/>
          </a:p>
          <a:p>
            <a:endParaRPr lang="en-US" sz="2600" dirty="0"/>
          </a:p>
          <a:p>
            <a:r>
              <a:rPr lang="en-US" sz="2600" dirty="0" smtClean="0"/>
              <a:t>The film was described as </a:t>
            </a:r>
            <a:r>
              <a:rPr lang="en-US" sz="2600" i="1" dirty="0" err="1" smtClean="0">
                <a:solidFill>
                  <a:srgbClr val="000000"/>
                </a:solidFill>
              </a:rPr>
              <a:t>catechy</a:t>
            </a:r>
            <a:r>
              <a:rPr lang="en-US" sz="2600" dirty="0" smtClean="0"/>
              <a:t> in the review.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ga-IE" dirty="0" smtClean="0"/>
              <a:t>sorsioned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sz="2600" dirty="0" smtClean="0"/>
          </a:p>
          <a:p>
            <a:endParaRPr lang="en-US" sz="2600" dirty="0"/>
          </a:p>
          <a:p>
            <a:r>
              <a:rPr lang="en-US" sz="2600" dirty="0" smtClean="0"/>
              <a:t>The </a:t>
            </a:r>
            <a:r>
              <a:rPr lang="en-US" sz="2600" i="1" dirty="0" err="1" smtClean="0">
                <a:solidFill>
                  <a:srgbClr val="000000"/>
                </a:solidFill>
              </a:rPr>
              <a:t>sorsioned</a:t>
            </a:r>
            <a:r>
              <a:rPr lang="en-US" sz="2600" dirty="0" smtClean="0"/>
              <a:t> nature of the project added complications.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31</Words>
  <Application>Microsoft Macintosh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theek</vt:lpstr>
      <vt:lpstr>catechy</vt:lpstr>
      <vt:lpstr>sorsioned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theek</dc:title>
  <dc:creator>lab</dc:creator>
  <cp:lastModifiedBy>lab</cp:lastModifiedBy>
  <cp:revision>1</cp:revision>
  <dcterms:created xsi:type="dcterms:W3CDTF">2010-09-29T10:46:47Z</dcterms:created>
  <dcterms:modified xsi:type="dcterms:W3CDTF">2010-09-29T11:16:03Z</dcterms:modified>
</cp:coreProperties>
</file>